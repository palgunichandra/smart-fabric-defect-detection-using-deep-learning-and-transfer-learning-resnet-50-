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66-e892-8bce-8000-0000828cd478.png?kimi-sig=v9D7h5k5gpXAb7IH-gBrNoto9SsARiwgj4bsESEmW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6c-cb42-8164-8000-00002e535be2.png?kimi-sig=1K2yhom0xW8lJMg50XyzRGgvPBmDm-asGs-BnsbHZO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6d-ac12-839c-8000-0000d7c5ce72.png?kimi-sig=sgvBqWAisf3ljwcc6iP0txdlIsexmSod4w9yva9p5I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4-a572-8397-8000-0000695bd408.png?kimi-sig=PBF4mcxYwxLqigfYHaLVoIXV-eNn0LKr9jHForNDw_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6c-c2d2-8451-8000-0000a4899514.png?kimi-sig=5WiTWXqYNIX5Dap6UH3yx33xyIJOEc_Uke8gCrp7iw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6d-6fa2-8284-8000-0000768c5151.png?kimi-sig=OsTz5KSobtOBho8JZv2MugCQzst9YyxoFVyM6PPSS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f-9e62-88d6-8000-00000c66c2fa.png?kimi-sig=3K11O1cP_K9Sz-DhIlenO6MsvdPkIMfvDwzYeJfPW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a-36f2-826b-8000-00004ece38d3.png?kimi-sig=lWf4a8TKWr1p0Ya9FVsqWFF_EJRDDlmWDftfG1F4if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a-3702-889e-8000-000096ece9fa.png?kimi-sig=SNMZ70l1q7NOuj_iDW6Gc7Q7qki3SrPiW8uzmHm8vO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8-c902-8b95-8000-00001beced2d.png?kimi-sig=FSkBXk6aFssGqQn-w9pvzqfzUs2ymEUy8qx-7XDDSt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7b-71a2-852a-8000-000080adeffd.png?kimi-sig=h0nXvzxbyWHnX6tsLjxyNWOpzlr_KdNWHRCtRDxn-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84-f2c2-83d7-8000-000004790ab1.png?kimi-sig=rPID5SPW30MgiEK9U2O06bUm5E4Epq5IJAVIIt8VUB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88-77c2-876c-8000-00000e6006ef.png?kimi-sig=F6EamVAxN1j9_U_U-qHM8Ev88r7Se7rMu_Qrm98n9g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85-8562-831e-8000-0000e5c903eb.png?kimi-sig=TbYdH_fBQvZUwW1MlyO6dF9_JNljfiKw8veP3DHnPi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85-66b2-853f-8000-000012f74547.png?kimi-sig=6WNU97iT4vxWnXn0gVkUdc4dLDwfi75H-_M1fn5-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98684-8b12-8591-8000-00001926988e.png?kimi-sig=jgt_-ZIdQA4LIu5M7Ioexbm1eUlko812Y0OtF27YNS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Fabric Defect Detection with ResNet-50</dc:title>
  <dc:subject>Smart Fabric Defect Detection with ResNet-50</dc:subject>
  <dc:creator>Kimi</dc:creator>
  <cp:lastModifiedBy>Kimi</cp:lastModifiedBy>
  <cp:revision>1</cp:revision>
  <dcterms:created xsi:type="dcterms:W3CDTF">2026-01-07T12:22:37Z</dcterms:created>
  <dcterms:modified xsi:type="dcterms:W3CDTF">2026-01-07T12:22:37Z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Fabric Defect Detection with ResNet-50","ContentProducer":"001191110108MACG2KBH8F10000","ProduceID":"19b98661-5492-8b26-8000-0000b6674211","ReservedCode1":"","ContentPropagator":"001191110108MACG2KBH8F20000","PropagateID":"19b98661-5492-8b26-8000-0000b6674211","ReservedCode2":""}</vt:lpwstr>
  </property>
</Properties>
</file>